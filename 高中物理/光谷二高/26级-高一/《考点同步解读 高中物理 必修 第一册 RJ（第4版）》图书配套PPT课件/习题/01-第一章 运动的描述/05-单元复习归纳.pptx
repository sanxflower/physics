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04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4d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d58b7220c,ae584c2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9d8c50837&amp;amp;cid=9d8c50837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73a83947&amp;amp;cid=e73a83947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1decc298c&amp;amp;cid=1decc298c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4dbfbb760&amp;amp;cid=4dbfbb760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e7cfeba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5f146938d&amp;amp;cid=5f146938d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9392c85f8&amp;amp;cid=9392c85f8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08fd75119&amp;amp;cid=08fd75119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0e770d7e3&amp;amp;cid=0e770d7e3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d58b7220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d58b7220c,ae584c214#df=d58b7220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0?lid=9d8c50837&amp;amp;cid=9d8c50837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73a83947&amp;amp;cid=e73a83947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1decc298c&amp;amp;cid=1decc298c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4dbfbb760&amp;amp;cid=4dbfbb760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e7cfeba1b#df=d58b7220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5?lid=5f146938d&amp;amp;cid=5f146938d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9392c85f8&amp;amp;cid=9392c85f8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08fd75119&amp;amp;cid=08fd75119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0e770d7e3&amp;amp;cid=0e770d7e3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d58b7220c.fixed?vcp=1&amp;pid=12a88c36a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d58b7220c.fixed?vcp=1&amp;pid=12a88c36a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单元复习归纳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ae584c214?vcp=1&amp;pid=d58b7220c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高考真题实战练</a:t>
            </a:r>
            <a:endParaRPr lang="en-US" altLang="zh-CN" sz="2600" dirty="0"/>
          </a:p>
        </p:txBody>
      </p:sp>
      <p:sp>
        <p:nvSpPr>
          <p:cNvPr id="3" name="P_4_BD#beebeaae8?vcp=1&amp;pid=ae584c21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C_4_BD.1_1#9d8c50837?htil=1&amp;vcp=1&amp;pid=ae584c214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41664" y="1636586"/>
            <a:ext cx="2736644" cy="15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_2#9d8c50837?htil=1&amp;vcp=1&amp;pid=ae584c214&amp;color=0,0,0&amp;vtp=1&amp;bbb=1&amp;hb=1&amp;hs=1"/>
          <p:cNvSpPr/>
          <p:nvPr/>
        </p:nvSpPr>
        <p:spPr>
          <a:xfrm>
            <a:off x="393192" y="1649285"/>
            <a:ext cx="8238744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（2025·浙江1月选考）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我国水下敷缆机器人如图所示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，具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“搜寻—挖沟—敷埋”一体化作业能力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.可将机器人看成质点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6" name="QC_4_AN.2_1#9d8c50837.bracket?vcp=1&amp;pid=ae584c214&amp;color=0,0,0&amp;vpa=1&amp;vtp=1"/>
          <p:cNvSpPr/>
          <p:nvPr/>
        </p:nvSpPr>
        <p:spPr>
          <a:xfrm>
            <a:off x="1235360" y="2755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7" name="QC_4_BD.1_3#9d8c50837.choices?vcp=1&amp;pid=ae584c214&amp;color=0,0,0&amp;vtp=1&amp;bbb=1&amp;hs=1"/>
          <p:cNvSpPr/>
          <p:nvPr/>
        </p:nvSpPr>
        <p:spPr>
          <a:xfrm>
            <a:off x="393192" y="329520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.操控机器人进行挖沟作业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.监测机器人搜寻时的转弯姿态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C.定位机器人在敷埋线路上的位置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.测试机器人敷埋作业时的机械臂动作</a:t>
            </a:r>
            <a:endParaRPr lang="en-US" altLang="zh-CN" sz="2400" dirty="0"/>
          </a:p>
        </p:txBody>
      </p:sp>
      <p:sp>
        <p:nvSpPr>
          <p:cNvPr id="8" name="QC_4_AS.3_1#9d8c50837?vcp=1&amp;pid=ae584c214&amp;color=0,0,0&amp;vtp=1&amp;bbb=1&amp;hb=1"/>
          <p:cNvSpPr/>
          <p:nvPr/>
        </p:nvSpPr>
        <p:spPr>
          <a:xfrm>
            <a:off x="393192" y="4397946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操控机器人进行挖沟作业、监测机器人搜寻时的转弯姿态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、测试机器人敷埋作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业时的机械臂动作均不能忽略机器人的大小和形状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，故不能将其看成质点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，定位机器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人在敷埋线路上的位置时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，机器人的大小和形状可忽略，故可将其看成质点，C正确.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8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e73a83947?vcp=1&amp;pid=ae584c214&amp;color=0,0,0&amp;vtp=1&amp;bt=1&amp;bbb=1&amp;hb=1"/>
              <p:cNvSpPr/>
              <p:nvPr/>
            </p:nvSpPr>
            <p:spPr>
              <a:xfrm>
                <a:off x="393192" y="199593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（2025·四川选择考）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2025年4月30日，神舟十九号载人飞船成功返回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.某同学在观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看直播时注意到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，返回舱从高度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090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下降到高度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,用时约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这段时间内，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返回舱在竖直方向上的平均速度大小约为(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e73a83947?vcp=1&amp;pid=ae584c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95932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2620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e73a83947.bracket?vcp=1&amp;pid=ae584c214&amp;color=0,0,0&amp;vpa=2&amp;vtp=1"/>
          <p:cNvSpPr/>
          <p:nvPr/>
        </p:nvSpPr>
        <p:spPr>
          <a:xfrm>
            <a:off x="6112160" y="310210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e73a83947.choices?vcp=1&amp;pid=ae584c214&amp;color=0,0,0&amp;vtp=1&amp;bbb=1"/>
              <p:cNvSpPr/>
              <p:nvPr/>
            </p:nvSpPr>
            <p:spPr>
              <a:xfrm>
                <a:off x="393192" y="3645471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792852" algn="l"/>
                    <a:tab pos="5725404" algn="l"/>
                    <a:tab pos="86579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8.3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15.5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23.8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39.2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e73a83947.choices?vcp=1&amp;pid=ae584c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45471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410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6_1#e73a83947?vcp=1&amp;pid=ae584c214&amp;color=0,0,0&amp;vtp=1&amp;bbb=1"/>
              <p:cNvSpPr/>
              <p:nvPr/>
            </p:nvSpPr>
            <p:spPr>
              <a:xfrm>
                <a:off x="393192" y="4133722"/>
                <a:ext cx="11402568" cy="7226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由平均速度公式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𝟎𝟗𝟎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𝟎𝟏𝟎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𝟏𝟑𝟎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6_1#e73a83947?vcp=1&amp;pid=ae584c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33722"/>
                <a:ext cx="11402568" cy="722630"/>
              </a:xfrm>
              <a:prstGeom prst="rect">
                <a:avLst/>
              </a:prstGeom>
              <a:blipFill>
                <a:blip r:embed="rId5"/>
                <a:stretch>
                  <a:fillRect l="-1658" r="-642" b="-142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1decc298c?vcp=1&amp;pid=ae584c214&amp;color=0,0,0&amp;vtp=1&amp;bt=1&amp;bbb=1&amp;hb=1"/>
              <p:cNvSpPr/>
              <p:nvPr/>
            </p:nvSpPr>
            <p:spPr>
              <a:xfrm>
                <a:off x="393192" y="504000"/>
                <a:ext cx="11402568" cy="14969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（2024·江西选择考）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某物体位置随时间的关系为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=1+2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+3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（式中各物理量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单位均为国际单位制单位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），则关于其速度与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，下列说法正确的是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1decc298c?vcp=1&amp;pid=ae584c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496949"/>
              </a:xfrm>
              <a:prstGeom prst="rect">
                <a:avLst/>
              </a:prstGeom>
              <a:blipFill>
                <a:blip r:embed="rId3"/>
                <a:stretch>
                  <a:fillRect l="-1658" t="-1633" r="-535" b="-122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1decc298c.bracket?vcp=1&amp;pid=ae584c214&amp;color=0,0,0&amp;vpa=3&amp;vtp=1"/>
          <p:cNvSpPr/>
          <p:nvPr/>
        </p:nvSpPr>
        <p:spPr>
          <a:xfrm>
            <a:off x="625760" y="1539558"/>
            <a:ext cx="4413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7_2#1decc298c.choices?vcp=1&amp;pid=ae584c214&amp;color=0,0,0&amp;vtp=1&amp;bbb=1"/>
              <p:cNvSpPr/>
              <p:nvPr/>
            </p:nvSpPr>
            <p:spPr>
              <a:xfrm>
                <a:off x="393192" y="2008696"/>
                <a:ext cx="11402568" cy="201542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A.速度是刻画物体位置变化快慢的物理量，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.速度是刻画物体位移变化快慢的物理量，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.速度是刻画物体位置变化快慢的物理量，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.速度是刻画物体位移变化快慢的物理量，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7_2#1decc298c.choices?vcp=1&amp;pid=ae584c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08696"/>
                <a:ext cx="11402568" cy="2015427"/>
              </a:xfrm>
              <a:prstGeom prst="rect">
                <a:avLst/>
              </a:prstGeom>
              <a:blipFill>
                <a:blip r:embed="rId4"/>
                <a:stretch>
                  <a:fillRect l="-1658" b="-93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9_1#1decc298c?vcp=1&amp;pid=ae584c214&amp;color=0,0,0&amp;vtp=1&amp;bbb=1&amp;hb=1"/>
              <p:cNvSpPr/>
              <p:nvPr/>
            </p:nvSpPr>
            <p:spPr>
              <a:xfrm>
                <a:off x="393192" y="4015296"/>
                <a:ext cx="11402568" cy="2012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速度的定义式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表明，速度等于位移与发生这段位移所用时间的比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位移是物体位置的变化量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，因此，速度是刻画物体位置变化快慢的物理量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.根据物体位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置随时间的关系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时物体的位置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时物体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内物体的位移为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9_1#1decc298c?vcp=1&amp;pid=ae584c21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15296"/>
                <a:ext cx="11402568" cy="2012125"/>
              </a:xfrm>
              <a:prstGeom prst="rect">
                <a:avLst/>
              </a:prstGeom>
              <a:blipFill>
                <a:blip r:embed="rId5"/>
                <a:stretch>
                  <a:fillRect l="-1658" t="-1212" r="-1230" b="-878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4dbfbb760?vcp=1&amp;pid=ae584c214&amp;color=0,0,0&amp;vtp=1&amp;bt=1&amp;bbb=1&amp;hb=1"/>
              <p:cNvSpPr/>
              <p:nvPr/>
            </p:nvSpPr>
            <p:spPr>
              <a:xfrm>
                <a:off x="393192" y="1434560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（2023·湖北选择考）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时刻，质点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从原点由静止开始做直线运动，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按图示的正弦曲线变化，周期为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0∼3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4dbfbb760?vcp=1&amp;pid=ae584c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34560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2353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4dbfbb760.bracket?vcp=1&amp;pid=ae584c214&amp;color=0,0,0&amp;vpa=4&amp;vtp=1&amp;bbb=1"/>
          <p:cNvSpPr/>
          <p:nvPr/>
        </p:nvSpPr>
        <p:spPr>
          <a:xfrm>
            <a:off x="1603661" y="2540730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0_2#4dbfbb760?htil=2&amp;vcp=1&amp;pid=ae584c21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2327" y="3073876"/>
            <a:ext cx="3493008" cy="127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4dbfbb760.choices?htil=2&amp;vcp=1&amp;pid=ae584c214&amp;color=0,0,0&amp;vtp=1&amp;bbb=1"/>
              <p:cNvSpPr/>
              <p:nvPr/>
            </p:nvSpPr>
            <p:spPr>
              <a:xfrm>
                <a:off x="393192" y="3028155"/>
                <a:ext cx="7781544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回到原点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的运动速度最小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到原点的距离最远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的运动速度与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时相同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4dbfbb760.choices?htil=2&amp;vcp=1&amp;pid=ae584c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28155"/>
                <a:ext cx="7781544" cy="2235200"/>
              </a:xfrm>
              <a:prstGeom prst="rect">
                <a:avLst/>
              </a:prstGeom>
              <a:blipFill>
                <a:blip r:embed="rId5"/>
                <a:stretch>
                  <a:fillRect l="-2429" b="-49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4dbfbb760?vcp=1&amp;pid=ae584c214&amp;color=0,0,0&amp;vtp=1&amp;bt=1&amp;bbb=1&amp;hb=1"/>
              <p:cNvSpPr/>
              <p:nvPr/>
            </p:nvSpPr>
            <p:spPr>
              <a:xfrm>
                <a:off x="393192" y="872744"/>
                <a:ext cx="11402568" cy="3378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的时间内质点一直做加速运动，又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图像与坐标轴围成的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面积表示质点速度的变化量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时间内图像与坐标轴围成的面积相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的时间内质点一直做减速运动，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时质点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的速度减为0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时间内质点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的运动方向一直没有发生改变，A、C错误，B正确；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时间内图线与坐标轴围成的面积相等，所以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~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时间内质点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的变化量为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时质点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的速度相同，D正确.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4dbfbb760?vcp=1&amp;pid=ae584c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72744"/>
                <a:ext cx="11402568" cy="3378200"/>
              </a:xfrm>
              <a:prstGeom prst="rect">
                <a:avLst/>
              </a:prstGeom>
              <a:blipFill>
                <a:blip r:embed="rId3"/>
                <a:stretch>
                  <a:fillRect l="-1658" r="-1551" b="-324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2_2#4dbfbb760?vcp=1&amp;pid=ae584c21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4256" y="4383786"/>
            <a:ext cx="3529584" cy="127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e7cfeba1b?vcp=1&amp;pid=d58b7220c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原创新题模拟练</a:t>
            </a:r>
            <a:endParaRPr lang="en-US" altLang="zh-CN" sz="2600" dirty="0"/>
          </a:p>
        </p:txBody>
      </p:sp>
      <p:sp>
        <p:nvSpPr>
          <p:cNvPr id="3" name="P_4_BD#36619e8a0?vcp=1&amp;pid=e7cfeba1b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13_1#5f146938d?htil=3&amp;vcp=1&amp;pid=e7cfeba1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09559" y="1704148"/>
            <a:ext cx="2441448" cy="172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2#5f146938d?htil=3&amp;vcp=1&amp;pid=e7cfeba1b&amp;color=0,0,0&amp;vtp=1&amp;bbb=1&amp;hb=1&amp;hs=1"/>
              <p:cNvSpPr/>
              <p:nvPr/>
            </p:nvSpPr>
            <p:spPr>
              <a:xfrm>
                <a:off x="393192" y="1649285"/>
                <a:ext cx="8823960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1.我国的新能源汽车发展迅速，多项指标处于世界领先地位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，“急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”就是其中之一.急动度是描述加速度变化快慢的物理量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𝑗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,如图为某新能源汽车启动过程中的急动度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𝑗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，下列关于汽车运动，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2#5f146938d?htil=3&amp;vcp=1&amp;pid=e7cfeba1b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8823960" cy="2150999"/>
              </a:xfrm>
              <a:prstGeom prst="rect">
                <a:avLst/>
              </a:prstGeom>
              <a:blipFill>
                <a:blip r:embed="rId4"/>
                <a:stretch>
                  <a:fillRect l="-2142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14_1#5f146938d.bracket?vcp=1&amp;pid=e7cfeba1b&amp;color=0,0,0&amp;vpa=5&amp;vtp=1"/>
          <p:cNvSpPr/>
          <p:nvPr/>
        </p:nvSpPr>
        <p:spPr>
          <a:xfrm>
            <a:off x="5807360" y="33142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3_3#5f146938d.choices?vcp=1&amp;pid=e7cfeba1b&amp;color=0,0,0&amp;vtp=1&amp;bbb=1&amp;hs=1"/>
              <p:cNvSpPr/>
              <p:nvPr/>
            </p:nvSpPr>
            <p:spPr>
              <a:xfrm>
                <a:off x="393192" y="3811841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内做加速度减小的加速运动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内加速度变化量等于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末时速度最大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末时速度最大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3_3#5f146938d.choices?vcp=1&amp;pid=e7cfeba1b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11841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5f146938d?vcp=1&amp;pid=e7cfeba1b&amp;color=0,0,0&amp;vtp=1&amp;bt=1&amp;bbb=1&amp;hb=1"/>
              <p:cNvSpPr/>
              <p:nvPr/>
            </p:nvSpPr>
            <p:spPr>
              <a:xfrm>
                <a:off x="393192" y="1691735"/>
                <a:ext cx="11402568" cy="329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根据急动度的物理意义可知，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𝒋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图像的面积表示加速度的变化量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内，图像的面积逐渐增大，则汽车的加速度逐渐增大，故A错误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图线与时间轴围成的面积表示加速度的变化量可知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内加速度变化量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𝒋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图像与时间轴围成的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面积始终在增加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，则说明加速度在不断变大，而该过程为汽车的启动过程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，进而可知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汽车的速度不断增加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末时速度最大，故C错误，D正确.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5f146938d?vcp=1&amp;pid=e7cfeb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91735"/>
                <a:ext cx="11402568" cy="3298000"/>
              </a:xfrm>
              <a:prstGeom prst="rect">
                <a:avLst/>
              </a:prstGeom>
              <a:blipFill>
                <a:blip r:embed="rId3"/>
                <a:stretch>
                  <a:fillRect l="-1658" r="-1604" b="-536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9392c85f8?vcp=1&amp;pid=e7cfeba1b&amp;color=0,0,0&amp;vtp=1&amp;bt=1&amp;bbb=1&amp;hb=1"/>
              <p:cNvSpPr/>
              <p:nvPr/>
            </p:nvSpPr>
            <p:spPr>
              <a:xfrm>
                <a:off x="393192" y="142001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2.如图所示，图甲为某一物体的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图像，图乙为另一物体的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，对两图像的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9392c85f8?vcp=1&amp;pid=e7cfeb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20019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909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9392c85f8.bracket?vcp=1&amp;pid=e7cfeba1b&amp;color=0,0,0&amp;vpa=6&amp;vtp=1"/>
          <p:cNvSpPr/>
          <p:nvPr/>
        </p:nvSpPr>
        <p:spPr>
          <a:xfrm>
            <a:off x="2454561" y="196738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6_2#9392c85f8?htil=4&amp;vcp=1&amp;pid=e7cfeb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13055" y="2554128"/>
            <a:ext cx="4517136" cy="189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9392c85f8.choices?htil=4&amp;vcp=1&amp;pid=e7cfeba1b&amp;color=0,0,0&amp;vtp=1&amp;bbb=1&amp;hb=1"/>
              <p:cNvSpPr/>
              <p:nvPr/>
            </p:nvSpPr>
            <p:spPr>
              <a:xfrm>
                <a:off x="393192" y="2453544"/>
                <a:ext cx="6748272" cy="27520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A.图甲中物体在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.图甲中物体在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时间内的位移大小为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.图乙表示物体做匀加速运动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.图乙中阴影面积表示物体在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时间内速度的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9392c85f8.choices?htil=4&amp;vcp=1&amp;pid=e7cfeba1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53544"/>
                <a:ext cx="6748272" cy="2752090"/>
              </a:xfrm>
              <a:prstGeom prst="rect">
                <a:avLst/>
              </a:prstGeom>
              <a:blipFill>
                <a:blip r:embed="rId5"/>
                <a:stretch>
                  <a:fillRect l="-2800" r="-1716" b="-663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9392c85f8?vcp=1&amp;pid=e7cfeba1b&amp;color=0,0,0&amp;vtp=1&amp;bt=1&amp;bbb=1&amp;hb=1"/>
              <p:cNvSpPr/>
              <p:nvPr/>
            </p:nvSpPr>
            <p:spPr>
              <a:xfrm>
                <a:off x="393192" y="1409986"/>
                <a:ext cx="11402568" cy="3869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图像为曲线时，图线上各点切线的斜率表示瞬时加速度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，两点连线的斜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率表示平均加速度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，题图甲中物体在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时刻的加速度应是图线上该点切线的斜率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图线与时间轴所围面积表示位移，题图甲中图线在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内与横轴所围面积比物体从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0匀加速到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对应的倾斜的直线与横轴所围面积大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题图甲中物体在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时间内的位移大于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；题图乙中物体加速度在不断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，不是匀加速运动，故C错误；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图像与时间轴所围的面积表示速度变化量，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9392c85f8?vcp=1&amp;pid=e7cfeb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09986"/>
                <a:ext cx="11402568" cy="3869500"/>
              </a:xfrm>
              <a:prstGeom prst="rect">
                <a:avLst/>
              </a:prstGeom>
              <a:blipFill>
                <a:blip r:embed="rId3"/>
                <a:stretch>
                  <a:fillRect l="-1658" r="-428" b="-47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08fd75119?vcp=1&amp;pid=e7cfeba1b&amp;color=0,0,0&amp;vtp=1&amp;bt=1&amp;bbb=1&amp;hb=1"/>
              <p:cNvSpPr/>
              <p:nvPr/>
            </p:nvSpPr>
            <p:spPr>
              <a:xfrm>
                <a:off x="393192" y="557594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3.图甲是一种速度传感器的工作原理图，其中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为一个能发射超声波的固定小盒子，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工作时小盒子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向做匀速直线运动的被测小车发出短暂的超声波脉冲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，脉冲被小车反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射后又被小盒子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接收.从小盒子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发射第一列超声波开始计时，经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时间再次发射第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二列超声波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，图乙是连续两次发射的超声波的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图像，图乙中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为已知量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08fd75119?vcp=1&amp;pid=e7cfeb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7594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0_1#08fd75119.bracket?vcp=1&amp;pid=e7cfeba1b&amp;color=0,0,0&amp;vpa=7&amp;vtp=1"/>
          <p:cNvSpPr/>
          <p:nvPr/>
        </p:nvSpPr>
        <p:spPr>
          <a:xfrm>
            <a:off x="625760" y="278136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9_3#08fd75119?htil=1&amp;vcp=1&amp;pid=e7cfeb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5024" y="3425253"/>
            <a:ext cx="3822192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5" name="QC_4_BD.19_4#08fd75119?htil=1&amp;vcp=1&amp;pid=e7cfeba1b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84464" y="3370389"/>
            <a:ext cx="1316736" cy="13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9_5#08fd75119.choices?vcp=1&amp;pid=e7cfeba1b&amp;color=0,0,0&amp;vtp=1&amp;bbb=1"/>
              <p:cNvSpPr/>
              <p:nvPr/>
            </p:nvSpPr>
            <p:spPr>
              <a:xfrm>
                <a:off x="393192" y="4881689"/>
                <a:ext cx="11402568" cy="1422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1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A.第一列超声波脉冲于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时被反射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.第一列超声波脉冲于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时被反射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.超声波的速率为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声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.小车的速率为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车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9_5#08fd75119.choices?vcp=1&amp;pid=e7cfeba1b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81689"/>
                <a:ext cx="11402568" cy="1422400"/>
              </a:xfrm>
              <a:prstGeom prst="rect">
                <a:avLst/>
              </a:prstGeom>
              <a:blipFill>
                <a:blip r:embed="rId6"/>
                <a:stretch>
                  <a:fillRect l="-1658" b="-42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08fd75119?vcp=1&amp;pid=e7cfeba1b&amp;color=0,0,0&amp;vtp=1&amp;bt=1&amp;bbb=1&amp;hb=1"/>
              <p:cNvSpPr/>
              <p:nvPr/>
            </p:nvSpPr>
            <p:spPr>
              <a:xfrm>
                <a:off x="393192" y="761047"/>
                <a:ext cx="11402568" cy="431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小盒子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向被测物体发出短暂的超声波脉冲后，经过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时间到达被测小车并被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反射折回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，再经过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时间回到小盒子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，故A、B错误；从小盒子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发射超声波脉冲开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始计时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，经时间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再次发射超声波脉冲，经过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时间到达被测小车并被反射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折回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，再经过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时间回到小盒子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，该过程中超声波经过的路程为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超声波的速率可以表示为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声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，故C正确；小车在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时刻第一次接收到超声波，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第二次接收到超声波的时刻为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，该过程中被测小车发生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，所以小车的速率为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)−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08fd75119?vcp=1&amp;pid=e7cfeb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1047"/>
                <a:ext cx="11402568" cy="4318000"/>
              </a:xfrm>
              <a:prstGeom prst="rect">
                <a:avLst/>
              </a:prstGeom>
              <a:blipFill>
                <a:blip r:embed="rId3"/>
                <a:stretch>
                  <a:fillRect l="-1658" r="-27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2_1#0e770d7e3?vcp=1&amp;pid=e7cfeba1b&amp;color=0,0,0&amp;vtp=1&amp;bt=1&amp;bbb=1&amp;hb=1"/>
              <p:cNvSpPr/>
              <p:nvPr/>
            </p:nvSpPr>
            <p:spPr>
              <a:xfrm>
                <a:off x="393192" y="1273874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4.（多选题）甲、乙两名运动员在泳池里训练，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时刻分别从泳池的两端出发，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乙的速度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—时间图像分别如图1、图2所示.若不计转向的时间且持续运动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，两运动员均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可视为质点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2_1#0e770d7e3?vcp=1&amp;pid=e7cfeb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3874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3316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3_1#0e770d7e3.bracket?vcp=1&amp;pid=e7cfeba1b&amp;color=0,0,0&amp;vpa=8&amp;vtp=1&amp;bbb=1"/>
          <p:cNvSpPr/>
          <p:nvPr/>
        </p:nvSpPr>
        <p:spPr>
          <a:xfrm>
            <a:off x="4943760" y="2380044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p:pic>
        <p:nvPicPr>
          <p:cNvPr id="4" name="QC_4_BD.22_2#0e770d7e3?htil=6&amp;vcp=1&amp;pid=e7cfeb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04102" y="2913189"/>
            <a:ext cx="4425696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2_3#0e770d7e3.choices?htil=6&amp;vcp=1&amp;pid=e7cfeba1b&amp;color=0,0,0&amp;vtp=1&amp;bbb=1&amp;hb=1"/>
              <p:cNvSpPr/>
              <p:nvPr/>
            </p:nvSpPr>
            <p:spPr>
              <a:xfrm>
                <a:off x="393192" y="2867469"/>
                <a:ext cx="6839712" cy="271729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A.泳池长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.两运动员一定不会在泳池的两端相遇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时刻起经过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min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,两运动员共相遇了3次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、乙运动员的平均速度大小之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8:5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2_3#0e770d7e3.choices?htil=6&amp;vcp=1&amp;pid=e7cfeba1b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67469"/>
                <a:ext cx="6839712" cy="2717292"/>
              </a:xfrm>
              <a:prstGeom prst="rect">
                <a:avLst/>
              </a:prstGeom>
              <a:blipFill>
                <a:blip r:embed="rId5"/>
                <a:stretch>
                  <a:fillRect l="-2763" b="-69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4_1#0e770d7e3?vcp=1&amp;pid=e7cfeba1b&amp;color=0,0,0&amp;vtp=1&amp;bt=1&amp;bbb=1&amp;hb=1"/>
              <p:cNvSpPr/>
              <p:nvPr/>
            </p:nvSpPr>
            <p:spPr>
              <a:xfrm>
                <a:off x="393192" y="631444"/>
                <a:ext cx="11402568" cy="3911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图线与坐标轴围成的图形面积表示位移可知游泳池长度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，或者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，故A正确；如图所示，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由甲、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乙的位移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—时间图线的交点表示相遇可知，甲、乙在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时在泳池的一端相遇，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B错误；由图可知，在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内甲、乙相遇3次，故C正确；在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，乙的位移大小为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内两运动员的平均速度大小之比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4_1#0e770d7e3?vcp=1&amp;pid=e7cfeba1b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31444"/>
                <a:ext cx="11402568" cy="3911600"/>
              </a:xfrm>
              <a:prstGeom prst="rect">
                <a:avLst/>
              </a:prstGeom>
              <a:blipFill>
                <a:blip r:embed="rId3"/>
                <a:stretch>
                  <a:fillRect l="-1658" r="-4278" b="-26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24_2#0e770d7e3?vcp=1&amp;pid=e7cfeba1b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93008" y="4675949"/>
            <a:ext cx="5212080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</Words>
  <Application>Microsoft Office PowerPoint</Application>
  <PresentationFormat>宽屏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2026-05-25T07:54:20Z</dcterms:created>
  <dcterms:modified xsi:type="dcterms:W3CDTF">2026-05-25T08:04:18Z</dcterms:modified>
  <cp:category/>
  <cp:contentStatus/>
</cp:coreProperties>
</file>